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2.svg" ContentType="image/svg+xml"/>
  <Override PartName="/ppt/media/image-3-4.svg" ContentType="image/svg+xml"/>
  <Override PartName="/ppt/media/image-3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9241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University Grade &amp; Attendance Tracker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5717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Java-based academic management system for real-time grade and attendance monitoring.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474641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7825" y="348099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56832" y="367000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Thota Venkata Harsha Vardhan</a:t>
            </a:r>
          </a:p>
          <a:p>
            <a:r>
              <a:t>Roll No: 2620030071</a:t>
            </a:r>
          </a:p>
        </p:txBody>
      </p:sp>
      <p:sp>
        <p:nvSpPr>
          <p:cNvPr id="9" name="Text 6"/>
          <p:cNvSpPr/>
          <p:nvPr/>
        </p:nvSpPr>
        <p:spPr>
          <a:xfrm>
            <a:off x="856832" y="407868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7825" y="4570115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7825" y="4570115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6832" y="47591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Sheri Raja Manideep</a:t>
            </a:r>
          </a:p>
          <a:p>
            <a:r>
              <a:t>Roll No: 2620030406</a:t>
            </a:r>
          </a:p>
        </p:txBody>
      </p:sp>
      <p:sp>
        <p:nvSpPr>
          <p:cNvPr id="13" name="Text 10"/>
          <p:cNvSpPr/>
          <p:nvPr/>
        </p:nvSpPr>
        <p:spPr>
          <a:xfrm>
            <a:off x="856832" y="516780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80070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94945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Overview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72911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academic tracking platform designed to give students and instructors full visibility into performance and attendance — all in one place.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275723" y="487451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Tracking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528320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student grades and attendance instantly as data is recorded.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77383" y="487451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Notifications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977383" y="528320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alerts triggered automatically for low attendance or failing grades.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79042" y="487451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Dashboard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9042" y="528320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Instructors and students share a progress-monitoring interface tailored to each role.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22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Features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009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Grade Management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Record, calculate, and display weighted grades across all courses with precision and transparency.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009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Attendance Logging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daily attendance session-by-session with automated weekly and monthly reports.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9009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Alerts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students automatically when attendance drops below defined thresholds or grades fall critically low.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6205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Implementation Stack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36167"/>
            <a:ext cx="945035" cy="1134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95517" y="2225179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Spring Boot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795517" y="2633861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REST API endpoints for all data operations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70238"/>
            <a:ext cx="945035" cy="1134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95517" y="3359249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JavaFX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795517" y="3767931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Desktop UI dashboard with responsive interface components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04308"/>
            <a:ext cx="945035" cy="13915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95517" y="449332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795517" y="4902002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Relational database storing all student records and grade data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664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 Code: Grade Calculator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1251942"/>
            <a:ext cx="5825384" cy="4940697"/>
          </a:xfrm>
          <a:prstGeom prst="roundRect">
            <a:avLst>
              <a:gd name="adj" fmla="val 118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7960" y="1390749"/>
            <a:ext cx="5492414" cy="4663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GradeCalculator {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double calculateGPA(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double[] grades) {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total = 0;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(double grade : grades) {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 += grade;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Math.round(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(total / grades.length) * 100.0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/ 100.0;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double[] studentGrades =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{85, 90, 78, 92};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"GPA: " + calculateGPA(studentGrades)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731824" y="1137345"/>
            <a:ext cx="4904558" cy="5169892"/>
          </a:xfrm>
          <a:prstGeom prst="roundRect">
            <a:avLst>
              <a:gd name="adj" fmla="val 203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70627" y="1239242"/>
            <a:ext cx="462695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70627" y="1570732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70627" y="1787426"/>
            <a:ext cx="462695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870627" y="1894880"/>
            <a:ext cx="462695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Array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70627" y="2213670"/>
            <a:ext cx="4626951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Accepts a 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double[]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array of raw grade values per student.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70627" y="261858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70627" y="2835275"/>
            <a:ext cx="462695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870627" y="2942729"/>
            <a:ext cx="462695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Summation Loop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70627" y="3261519"/>
            <a:ext cx="462695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Iterates over each grade, accumulating a running total.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70627" y="3660080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70627" y="3876774"/>
            <a:ext cx="462695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870627" y="3984228"/>
            <a:ext cx="462695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Precision Output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70627" y="4303018"/>
            <a:ext cx="4626951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GPA rounded to 2 decimal places using 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70627" y="4720630"/>
            <a:ext cx="4626951" cy="445195"/>
          </a:xfrm>
          <a:prstGeom prst="roundRect">
            <a:avLst>
              <a:gd name="adj" fmla="val 13095"/>
            </a:avLst>
          </a:prstGeom>
          <a:solidFill>
            <a:srgbClr val="34344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9431" y="4875312"/>
            <a:ext cx="173430" cy="13880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21664" y="4846935"/>
            <a:ext cx="464669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</a:t>
            </a:r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GPA: 86.25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grades {85, 90, 78, 92}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20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59098"/>
            <a:ext cx="10868745" cy="4287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2247" y="2844100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352247" y="3221952"/>
            <a:ext cx="2162133" cy="44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MySQL schema for students and grades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40286" y="3338968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40286" y="3716820"/>
            <a:ext cx="2162133" cy="44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Spring Boot REST CRUD endpoints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59704" y="2844100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759704" y="3221952"/>
            <a:ext cx="2162133" cy="44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JavaFX dashboard with real-time updates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815608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roadmap follows a layered build approach — data layer first, then API logic, then the user-facing interface — ensuring each layer is stable before the next is built on top.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2026-09-25T13:14:56Z</dcterms:created>
  <dcterms:modified xsi:type="dcterms:W3CDTF">2026-09-25T13:14:56Z</dcterms:modified>
</cp:coreProperties>
</file>